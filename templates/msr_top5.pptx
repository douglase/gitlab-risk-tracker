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  <p:sldMasterId id="2147483660" r:id="rId5"/>
    <p:sldMasterId id="2147483685" r:id="rId6"/>
  </p:sldMasterIdLst>
  <p:notesMasterIdLst>
    <p:notesMasterId r:id="rId8"/>
  </p:notesMasterIdLst>
  <p:sldIdLst>
    <p:sldId id="287" r:id="rId7"/>
  </p:sldIdLst>
  <p:sldSz cx="12192000" cy="6858000"/>
  <p:notesSz cx="6858000" cy="9144000"/>
  <p:embeddedFontLst>
    <p:embeddedFont>
      <p:font typeface="Aptos Narrow" panose="020B0004020202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50C794-3292-45E5-8A97-EF91E9FD4550}">
          <p14:sldIdLst>
            <p14:sldId id="287"/>
          </p14:sldIdLst>
        </p14:section>
        <p14:section name="Backup/Archive" id="{1407E334-A1BD-4297-8D11-864D04A90957}">
          <p14:sldIdLst/>
        </p14:section>
        <p14:section name="Financial Graphic Examples" id="{8A910665-AAB5-4CF2-8378-19A4CF5DD30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34B"/>
    <a:srgbClr val="AB05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9702FF-A024-4794-825C-860D3227C5D6}" v="103" dt="2026-09-10T06:28:51.170"/>
    <p1510:client id="{6DC39AAC-F392-F1A6-2CE3-9527A74112EF}" v="24" dt="2026-09-10T21:44:55.8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70205" autoAdjust="0"/>
  </p:normalViewPr>
  <p:slideViewPr>
    <p:cSldViewPr snapToGrid="0">
      <p:cViewPr varScale="1">
        <p:scale>
          <a:sx n="89" d="100"/>
          <a:sy n="89" d="100"/>
        </p:scale>
        <p:origin x="14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DEB0D-4A00-46C6-BF1A-A7A722A6B40F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FC23B-8C6E-46E0-9CD8-8D14D5D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6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E2C-8FEC-5A15-5829-A348BC64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09127"/>
            <a:ext cx="10515600" cy="12480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7934E-FC53-269A-54F9-F7878C663D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955034"/>
            <a:ext cx="10515599" cy="1146175"/>
          </a:xfrm>
          <a:prstGeom prst="rect">
            <a:avLst/>
          </a:prstGeo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525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0C9D-3BB1-ED69-4DDA-E345160B0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3337" y="3378679"/>
            <a:ext cx="10284106" cy="1921398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229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O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25A1-79BE-38B8-E28B-1A4FA11B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BF800-1034-5E0B-403F-0FFB781DE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C234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592CFC05-C8E6-B13B-EDD9-BDD9FB48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05488EB-597F-0401-B3D3-A81693398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5877D15-7783-C628-1C72-35D5E03EA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2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8EF0-90F1-EA3A-C811-E01C4AA3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590"/>
            <a:ext cx="10515600" cy="4483146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DC48FD3-FB04-0539-D992-CD224D68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451E91F6-3CED-687F-1295-782A8290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D1A7E2C2-31FC-5B46-857E-0DCFDD41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00DC82F-CAFF-5DCD-41E8-9551F05B90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19826"/>
            <a:ext cx="7364413" cy="384175"/>
          </a:xfrm>
        </p:spPr>
        <p:txBody>
          <a:bodyPr>
            <a:normAutofit/>
          </a:bodyPr>
          <a:lstStyle>
            <a:lvl1pPr>
              <a:buNone/>
              <a:defRPr sz="1800">
                <a:solidFill>
                  <a:srgbClr val="0C234B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996575-BB20-101C-8282-C348E4E4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090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itle and Content - No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8EF0-90F1-EA3A-C811-E01C4AA3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855450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DC48FD3-FB04-0539-D992-CD224D68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451E91F6-3CED-687F-1295-782A8290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D1A7E2C2-31FC-5B46-857E-0DCFDD41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996575-BB20-101C-8282-C348E4E4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022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8EF0-90F1-EA3A-C811-E01C4AA3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590"/>
            <a:ext cx="5035982" cy="4483146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DC48FD3-FB04-0539-D992-CD224D68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451E91F6-3CED-687F-1295-782A8290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D1A7E2C2-31FC-5B46-857E-0DCFDD41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00DC82F-CAFF-5DCD-41E8-9551F05B90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19826"/>
            <a:ext cx="7364413" cy="384175"/>
          </a:xfrm>
        </p:spPr>
        <p:txBody>
          <a:bodyPr>
            <a:normAutofit/>
          </a:bodyPr>
          <a:lstStyle>
            <a:lvl1pPr>
              <a:buNone/>
              <a:defRPr sz="1800">
                <a:solidFill>
                  <a:srgbClr val="0C234B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F02D54-4C82-FE72-347C-A89F7F96234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17818" y="1678590"/>
            <a:ext cx="5035982" cy="4483146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11993F-C72A-9EA9-972D-12AE65365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6892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ext &amp;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D6D9B-BDC4-4D63-5ECB-EAC3C61A7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78591"/>
            <a:ext cx="5695122" cy="4474437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D2932-B455-0F8D-8B2A-E40F89964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E696B-66CF-A406-A05B-093A515B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8937D-F782-15C0-97E7-CEA83EB0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4663C58D-E9FD-AE4C-1364-E5CF100DD4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19826"/>
            <a:ext cx="7364413" cy="384175"/>
          </a:xfrm>
        </p:spPr>
        <p:txBody>
          <a:bodyPr/>
          <a:lstStyle>
            <a:lvl1pPr>
              <a:buNone/>
              <a:defRPr sz="1800">
                <a:solidFill>
                  <a:srgbClr val="0C234B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5698232-BDBA-ACA9-02AB-B7A821DE3D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9426" y="1678591"/>
            <a:ext cx="5022574" cy="447443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434721-4500-2DF3-CE9C-716444C3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065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3375AD9D-4C9B-2B7A-4231-C6148C06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9AD99B37-D994-6BFD-FCFC-2EDC78EE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7E3C9AF-63EA-F5E1-9DB9-D128C61B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33BE1EC5-1A7F-B5A4-38BC-0B93C98206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19826"/>
            <a:ext cx="7364413" cy="384175"/>
          </a:xfrm>
        </p:spPr>
        <p:txBody>
          <a:bodyPr/>
          <a:lstStyle>
            <a:lvl1pPr>
              <a:buNone/>
              <a:defRPr sz="1800">
                <a:solidFill>
                  <a:srgbClr val="0C234B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4F3CD8-A3A5-EBB5-FEBF-FB82D2FB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400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Quad Chart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F3C276E9-6B6E-39DF-5126-03506B12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F6B51F4-D2D8-CD39-25A8-08C1C50D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7DEC2EA-5405-D0EF-C505-671E99FD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0EDE2A98-DA60-7EDE-1287-A709E124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1555" y="128650"/>
            <a:ext cx="7421715" cy="421481"/>
          </a:xfrm>
        </p:spPr>
        <p:txBody>
          <a:bodyPr>
            <a:noAutofit/>
          </a:bodyPr>
          <a:lstStyle>
            <a:lvl1pPr algn="ctr">
              <a:defRPr sz="2800"/>
            </a:lvl1pPr>
          </a:lstStyle>
          <a:p>
            <a:endParaRPr lang="en-US" dirty="0"/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3CBB0E31-415D-DF4B-3F84-C753BC5AC274}"/>
              </a:ext>
            </a:extLst>
          </p:cNvPr>
          <p:cNvSpPr/>
          <p:nvPr userDrawn="1"/>
        </p:nvSpPr>
        <p:spPr>
          <a:xfrm>
            <a:off x="158012" y="1186078"/>
            <a:ext cx="5895457" cy="2535314"/>
          </a:xfrm>
          <a:prstGeom prst="snip2DiagRect">
            <a:avLst>
              <a:gd name="adj1" fmla="val 6920"/>
              <a:gd name="adj2" fmla="val 6812"/>
            </a:avLst>
          </a:prstGeom>
          <a:solidFill>
            <a:schemeClr val="bg1"/>
          </a:solidFill>
          <a:ln w="12700">
            <a:solidFill>
              <a:srgbClr val="AB05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802DB114-C7E1-C796-9CC6-6E27D25DADFA}"/>
              </a:ext>
            </a:extLst>
          </p:cNvPr>
          <p:cNvSpPr/>
          <p:nvPr userDrawn="1"/>
        </p:nvSpPr>
        <p:spPr>
          <a:xfrm>
            <a:off x="6138533" y="1186078"/>
            <a:ext cx="5895457" cy="2535314"/>
          </a:xfrm>
          <a:prstGeom prst="snip2DiagRect">
            <a:avLst>
              <a:gd name="adj1" fmla="val 6920"/>
              <a:gd name="adj2" fmla="val 6812"/>
            </a:avLst>
          </a:prstGeom>
          <a:solidFill>
            <a:schemeClr val="bg1"/>
          </a:solidFill>
          <a:ln w="12700">
            <a:solidFill>
              <a:srgbClr val="AB05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EFDFB799-9B63-F169-3810-D077ED016CA3}"/>
              </a:ext>
            </a:extLst>
          </p:cNvPr>
          <p:cNvSpPr/>
          <p:nvPr userDrawn="1"/>
        </p:nvSpPr>
        <p:spPr>
          <a:xfrm>
            <a:off x="158012" y="3801688"/>
            <a:ext cx="5895457" cy="2535314"/>
          </a:xfrm>
          <a:prstGeom prst="snip2DiagRect">
            <a:avLst>
              <a:gd name="adj1" fmla="val 6920"/>
              <a:gd name="adj2" fmla="val 6812"/>
            </a:avLst>
          </a:prstGeom>
          <a:solidFill>
            <a:schemeClr val="bg1"/>
          </a:solidFill>
          <a:ln w="12700">
            <a:solidFill>
              <a:srgbClr val="AB05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E0C27FB-D7AD-C118-AB4D-90A1B42BB012}"/>
              </a:ext>
            </a:extLst>
          </p:cNvPr>
          <p:cNvSpPr/>
          <p:nvPr userDrawn="1"/>
        </p:nvSpPr>
        <p:spPr>
          <a:xfrm>
            <a:off x="6138533" y="3801688"/>
            <a:ext cx="5895457" cy="2535314"/>
          </a:xfrm>
          <a:prstGeom prst="snip2DiagRect">
            <a:avLst>
              <a:gd name="adj1" fmla="val 6920"/>
              <a:gd name="adj2" fmla="val 6812"/>
            </a:avLst>
          </a:prstGeom>
          <a:solidFill>
            <a:schemeClr val="bg1"/>
          </a:solidFill>
          <a:ln w="12700">
            <a:solidFill>
              <a:srgbClr val="AB05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14712A4-4C7A-12BA-B00C-722DDFE08D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71060" y="479598"/>
            <a:ext cx="7421526" cy="63058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800">
                <a:solidFill>
                  <a:srgbClr val="0C234B"/>
                </a:solidFill>
              </a:defRPr>
            </a:lvl1pPr>
            <a:lvl2pPr>
              <a:buNone/>
              <a:defRPr/>
            </a:lvl2pPr>
          </a:lstStyle>
          <a:p>
            <a:pPr lvl="0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389829-7784-FE18-A06D-85E570779E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4488" y="1366838"/>
            <a:ext cx="5538787" cy="2178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6B2A7710-9FAA-CB5F-03C3-7AE5B9A44AB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8725" y="1366838"/>
            <a:ext cx="5538787" cy="2178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E34D4435-C371-BD5D-32DB-6DF5E21915A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4486" y="3982448"/>
            <a:ext cx="5538787" cy="2178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13D1DF28-DDFE-A818-607D-AD9775FDCA1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08723" y="3982448"/>
            <a:ext cx="5538787" cy="2178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3313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O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25A1-79BE-38B8-E28B-1A4FA11B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BF800-1034-5E0B-403F-0FFB781DE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C234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592CFC05-C8E6-B13B-EDD9-BDD9FB48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05488EB-597F-0401-B3D3-A81693398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5877D15-7783-C628-1C72-35D5E03EA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4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8EF0-90F1-EA3A-C811-E01C4AA3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590"/>
            <a:ext cx="10515600" cy="4483146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DC48FD3-FB04-0539-D992-CD224D68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451E91F6-3CED-687F-1295-782A8290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D1A7E2C2-31FC-5B46-857E-0DCFDD41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00DC82F-CAFF-5DCD-41E8-9551F05B90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19826"/>
            <a:ext cx="7364413" cy="384175"/>
          </a:xfrm>
        </p:spPr>
        <p:txBody>
          <a:bodyPr>
            <a:normAutofit/>
          </a:bodyPr>
          <a:lstStyle>
            <a:lvl1pPr>
              <a:buNone/>
              <a:defRPr sz="1800">
                <a:solidFill>
                  <a:srgbClr val="0C234B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996575-BB20-101C-8282-C348E4E4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8284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itle and Content - No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8EF0-90F1-EA3A-C811-E01C4AA3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4860474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DC48FD3-FB04-0539-D992-CD224D68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451E91F6-3CED-687F-1295-782A8290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D1A7E2C2-31FC-5B46-857E-0DCFDD41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996575-BB20-101C-8282-C348E4E4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0886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C8EF0-90F1-EA3A-C811-E01C4AA3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8590"/>
            <a:ext cx="5035982" cy="4483146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FDC48FD3-FB04-0539-D992-CD224D681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451E91F6-3CED-687F-1295-782A8290A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D1A7E2C2-31FC-5B46-857E-0DCFDD41B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00DC82F-CAFF-5DCD-41E8-9551F05B90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19826"/>
            <a:ext cx="7364413" cy="384175"/>
          </a:xfrm>
        </p:spPr>
        <p:txBody>
          <a:bodyPr>
            <a:normAutofit/>
          </a:bodyPr>
          <a:lstStyle>
            <a:lvl1pPr>
              <a:buNone/>
              <a:defRPr sz="1800">
                <a:solidFill>
                  <a:srgbClr val="0C234B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F02D54-4C82-FE72-347C-A89F7F96234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17818" y="1678590"/>
            <a:ext cx="5035982" cy="4483146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11993F-C72A-9EA9-972D-12AE65365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4237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ext &amp;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D6D9B-BDC4-4D63-5ECB-EAC3C61A7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78591"/>
            <a:ext cx="5695122" cy="4474437"/>
          </a:xfrm>
        </p:spPr>
        <p:txBody>
          <a:bodyPr/>
          <a:lstStyle>
            <a:lvl1pPr>
              <a:buNone/>
              <a:defRPr sz="180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buNone/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D2932-B455-0F8D-8B2A-E40F89964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E696B-66CF-A406-A05B-093A515B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8937D-F782-15C0-97E7-CEA83EB0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4663C58D-E9FD-AE4C-1364-E5CF100DD4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19826"/>
            <a:ext cx="7364413" cy="384175"/>
          </a:xfrm>
        </p:spPr>
        <p:txBody>
          <a:bodyPr/>
          <a:lstStyle>
            <a:lvl1pPr>
              <a:buNone/>
              <a:defRPr sz="1800">
                <a:solidFill>
                  <a:srgbClr val="0C234B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5698232-BDBA-ACA9-02AB-B7A821DE3D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9426" y="1678591"/>
            <a:ext cx="5022574" cy="447443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434721-4500-2DF3-CE9C-716444C3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0883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3375AD9D-4C9B-2B7A-4231-C6148C06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9AD99B37-D994-6BFD-FCFC-2EDC78EE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7E3C9AF-63EA-F5E1-9DB9-D128C61B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33BE1EC5-1A7F-B5A4-38BC-0B93C98206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19826"/>
            <a:ext cx="7364413" cy="384175"/>
          </a:xfrm>
        </p:spPr>
        <p:txBody>
          <a:bodyPr/>
          <a:lstStyle>
            <a:lvl1pPr>
              <a:buNone/>
              <a:defRPr sz="1800">
                <a:solidFill>
                  <a:srgbClr val="0C234B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4F3CD8-A3A5-EBB5-FEBF-FB82D2FB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6265"/>
            <a:ext cx="10515600" cy="47506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8698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Quad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F3C276E9-6B6E-39DF-5126-03506B12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3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F6B51F4-D2D8-CD39-25A8-08C1C50D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7DEC2EA-5405-D0EF-C505-671E99FD1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6050"/>
            <a:ext cx="3340100" cy="365125"/>
          </a:xfrm>
          <a:prstGeom prst="rect">
            <a:avLst/>
          </a:prstGeom>
        </p:spPr>
        <p:txBody>
          <a:bodyPr/>
          <a:lstStyle/>
          <a:p>
            <a:fld id="{DA40B69E-38CE-4D5B-8C5F-11C72DF7A7F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3">
            <a:extLst>
              <a:ext uri="{FF2B5EF4-FFF2-40B4-BE49-F238E27FC236}">
                <a16:creationId xmlns:a16="http://schemas.microsoft.com/office/drawing/2014/main" id="{0EDE2A98-DA60-7EDE-1287-A709E124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1555" y="128650"/>
            <a:ext cx="7421715" cy="421481"/>
          </a:xfrm>
        </p:spPr>
        <p:txBody>
          <a:bodyPr>
            <a:noAutofit/>
          </a:bodyPr>
          <a:lstStyle>
            <a:lvl1pPr algn="ctr">
              <a:defRPr sz="2800"/>
            </a:lvl1pPr>
          </a:lstStyle>
          <a:p>
            <a:endParaRPr lang="en-US" dirty="0"/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3CBB0E31-415D-DF4B-3F84-C753BC5AC274}"/>
              </a:ext>
            </a:extLst>
          </p:cNvPr>
          <p:cNvSpPr/>
          <p:nvPr userDrawn="1"/>
        </p:nvSpPr>
        <p:spPr>
          <a:xfrm>
            <a:off x="158012" y="1186078"/>
            <a:ext cx="5895457" cy="2535314"/>
          </a:xfrm>
          <a:prstGeom prst="snip2DiagRect">
            <a:avLst>
              <a:gd name="adj1" fmla="val 6920"/>
              <a:gd name="adj2" fmla="val 6812"/>
            </a:avLst>
          </a:prstGeom>
          <a:solidFill>
            <a:schemeClr val="bg1"/>
          </a:solidFill>
          <a:ln w="12700">
            <a:solidFill>
              <a:srgbClr val="AB05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802DB114-C7E1-C796-9CC6-6E27D25DADFA}"/>
              </a:ext>
            </a:extLst>
          </p:cNvPr>
          <p:cNvSpPr/>
          <p:nvPr userDrawn="1"/>
        </p:nvSpPr>
        <p:spPr>
          <a:xfrm>
            <a:off x="6138533" y="1186078"/>
            <a:ext cx="5895457" cy="2535314"/>
          </a:xfrm>
          <a:prstGeom prst="snip2DiagRect">
            <a:avLst>
              <a:gd name="adj1" fmla="val 6920"/>
              <a:gd name="adj2" fmla="val 6812"/>
            </a:avLst>
          </a:prstGeom>
          <a:solidFill>
            <a:schemeClr val="bg1"/>
          </a:solidFill>
          <a:ln w="12700">
            <a:solidFill>
              <a:srgbClr val="AB05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EFDFB799-9B63-F169-3810-D077ED016CA3}"/>
              </a:ext>
            </a:extLst>
          </p:cNvPr>
          <p:cNvSpPr/>
          <p:nvPr userDrawn="1"/>
        </p:nvSpPr>
        <p:spPr>
          <a:xfrm>
            <a:off x="158012" y="3801688"/>
            <a:ext cx="5895457" cy="2535314"/>
          </a:xfrm>
          <a:prstGeom prst="snip2DiagRect">
            <a:avLst>
              <a:gd name="adj1" fmla="val 6920"/>
              <a:gd name="adj2" fmla="val 6812"/>
            </a:avLst>
          </a:prstGeom>
          <a:solidFill>
            <a:schemeClr val="bg1"/>
          </a:solidFill>
          <a:ln w="12700">
            <a:solidFill>
              <a:srgbClr val="AB05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E0C27FB-D7AD-C118-AB4D-90A1B42BB012}"/>
              </a:ext>
            </a:extLst>
          </p:cNvPr>
          <p:cNvSpPr/>
          <p:nvPr userDrawn="1"/>
        </p:nvSpPr>
        <p:spPr>
          <a:xfrm>
            <a:off x="6138533" y="3801688"/>
            <a:ext cx="5895457" cy="2535314"/>
          </a:xfrm>
          <a:prstGeom prst="snip2DiagRect">
            <a:avLst>
              <a:gd name="adj1" fmla="val 6920"/>
              <a:gd name="adj2" fmla="val 6812"/>
            </a:avLst>
          </a:prstGeom>
          <a:solidFill>
            <a:schemeClr val="bg1"/>
          </a:solidFill>
          <a:ln w="12700">
            <a:solidFill>
              <a:srgbClr val="AB05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14712A4-4C7A-12BA-B00C-722DDFE08D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71060" y="479598"/>
            <a:ext cx="7421526" cy="630580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sz="1800">
                <a:solidFill>
                  <a:srgbClr val="0C234B"/>
                </a:solidFill>
              </a:defRPr>
            </a:lvl1pPr>
            <a:lvl2pPr>
              <a:buNone/>
              <a:defRPr/>
            </a:lvl2pPr>
          </a:lstStyle>
          <a:p>
            <a:pPr lvl="0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389829-7784-FE18-A06D-85E570779E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4488" y="1366838"/>
            <a:ext cx="5538787" cy="2178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6B2A7710-9FAA-CB5F-03C3-7AE5B9A44AB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8725" y="1366838"/>
            <a:ext cx="5538787" cy="2178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E34D4435-C371-BD5D-32DB-6DF5E21915A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4486" y="3982448"/>
            <a:ext cx="5538787" cy="2178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13D1DF28-DDFE-A818-607D-AD9775FDCA1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08723" y="3982448"/>
            <a:ext cx="5538787" cy="21780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08156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E2C-8FEC-5A15-5829-A348BC64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209127"/>
            <a:ext cx="10515600" cy="12480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7934E-FC53-269A-54F9-F7878C663D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955034"/>
            <a:ext cx="10515599" cy="1146175"/>
          </a:xfrm>
          <a:prstGeom prst="rect">
            <a:avLst/>
          </a:prstGeo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07774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eg"/><Relationship Id="rId5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theme" Target="../theme/theme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theme" Target="../theme/theme3.xml"/><Relationship Id="rId10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F4B3774-8F18-D6F3-60DF-32BC218B00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5" t="253" r="12188" b="-253"/>
          <a:stretch>
            <a:fillRect/>
          </a:stretch>
        </p:blipFill>
        <p:spPr>
          <a:xfrm>
            <a:off x="-44248" y="-6590"/>
            <a:ext cx="12236248" cy="689091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431F34B-4D9B-C408-B0E6-891E70EB5DD7}"/>
              </a:ext>
            </a:extLst>
          </p:cNvPr>
          <p:cNvSpPr/>
          <p:nvPr userDrawn="1"/>
        </p:nvSpPr>
        <p:spPr>
          <a:xfrm>
            <a:off x="0" y="-6591"/>
            <a:ext cx="12192000" cy="6864591"/>
          </a:xfrm>
          <a:prstGeom prst="rect">
            <a:avLst/>
          </a:prstGeom>
          <a:gradFill>
            <a:gsLst>
              <a:gs pos="2000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80FBA-7F48-4DD3-B48C-229A3498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3361"/>
            <a:ext cx="10515600" cy="12480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7C535F91-78DE-7687-6550-A841700B2D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963" y="166734"/>
            <a:ext cx="2885871" cy="63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6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5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F3E771-196C-F7E8-D330-0AA8D67B789D}"/>
              </a:ext>
            </a:extLst>
          </p:cNvPr>
          <p:cNvSpPr/>
          <p:nvPr userDrawn="1"/>
        </p:nvSpPr>
        <p:spPr>
          <a:xfrm>
            <a:off x="0" y="6488376"/>
            <a:ext cx="12192000" cy="369624"/>
          </a:xfrm>
          <a:prstGeom prst="rect">
            <a:avLst/>
          </a:prstGeom>
          <a:solidFill>
            <a:srgbClr val="0C23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80FBA-7F48-4DD3-B48C-229A3498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849"/>
            <a:ext cx="10515600" cy="421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416AC-43D7-1E57-30B0-2FD1350D7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32217"/>
            <a:ext cx="10515600" cy="4844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19E93-FAFC-8FF3-6C63-CB7A9A0C5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165" y="6496050"/>
            <a:ext cx="33428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astro.arizona.edu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EE4E2-6ED3-C148-34ED-AE408FCE1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information is not ITAR controlled.</a:t>
            </a:r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A99AE-5342-B608-1E8E-A41255946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496050"/>
            <a:ext cx="33428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0B69E-38CE-4D5B-8C5F-11C72DF7A7FC}" type="slidenum">
              <a:rPr lang="en-US" smtClean="0"/>
              <a:pPr/>
              <a:t>‹#›</a:t>
            </a:fld>
            <a:endParaRPr lang="en-US" sz="10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DBAE47D-014B-167D-0793-6A5E0321E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049" y="141287"/>
            <a:ext cx="2019300" cy="4476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071F52-3EE5-39F5-E5EF-BDAF830A26C5}"/>
              </a:ext>
            </a:extLst>
          </p:cNvPr>
          <p:cNvSpPr/>
          <p:nvPr userDrawn="1"/>
        </p:nvSpPr>
        <p:spPr>
          <a:xfrm>
            <a:off x="0" y="-1765"/>
            <a:ext cx="12192000" cy="45719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3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92" r:id="rId3"/>
    <p:sldLayoutId id="2147483684" r:id="rId4"/>
    <p:sldLayoutId id="2147483668" r:id="rId5"/>
    <p:sldLayoutId id="2147483666" r:id="rId6"/>
    <p:sldLayoutId id="2147483677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C234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F3E771-196C-F7E8-D330-0AA8D67B789D}"/>
              </a:ext>
            </a:extLst>
          </p:cNvPr>
          <p:cNvSpPr/>
          <p:nvPr userDrawn="1"/>
        </p:nvSpPr>
        <p:spPr>
          <a:xfrm>
            <a:off x="0" y="6488376"/>
            <a:ext cx="12192000" cy="369624"/>
          </a:xfrm>
          <a:prstGeom prst="rect">
            <a:avLst/>
          </a:prstGeom>
          <a:solidFill>
            <a:srgbClr val="0C23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880FBA-7F48-4DD3-B48C-229A3498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9849"/>
            <a:ext cx="10515600" cy="4214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416AC-43D7-1E57-30B0-2FD1350D7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32217"/>
            <a:ext cx="10515600" cy="4844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19E93-FAFC-8FF3-6C63-CB7A9A0C5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165" y="6496050"/>
            <a:ext cx="33428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astro.arizona.edu</a:t>
            </a:r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EE4E2-6ED3-C148-34ED-AE408FCE1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60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information is not ITAR controlled.</a:t>
            </a:r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A99AE-5342-B608-1E8E-A41255946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496050"/>
            <a:ext cx="33428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0B69E-38CE-4D5B-8C5F-11C72DF7A7FC}" type="slidenum">
              <a:rPr lang="en-US" smtClean="0"/>
              <a:pPr/>
              <a:t>‹#›</a:t>
            </a:fld>
            <a:endParaRPr lang="en-US" sz="10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DBAE47D-014B-167D-0793-6A5E0321E4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6049" y="141287"/>
            <a:ext cx="2019300" cy="4476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071F52-3EE5-39F5-E5EF-BDAF830A26C5}"/>
              </a:ext>
            </a:extLst>
          </p:cNvPr>
          <p:cNvSpPr/>
          <p:nvPr userDrawn="1"/>
        </p:nvSpPr>
        <p:spPr>
          <a:xfrm>
            <a:off x="0" y="-1765"/>
            <a:ext cx="12192000" cy="45719"/>
          </a:xfrm>
          <a:prstGeom prst="rect">
            <a:avLst/>
          </a:prstGeom>
          <a:solidFill>
            <a:srgbClr val="AB05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93" r:id="rId3"/>
    <p:sldLayoutId id="2147483688" r:id="rId4"/>
    <p:sldLayoutId id="2147483689" r:id="rId5"/>
    <p:sldLayoutId id="2147483690" r:id="rId6"/>
    <p:sldLayoutId id="2147483691" r:id="rId7"/>
    <p:sldLayoutId id="2147483694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C234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18BA-6A2B-301F-32F7-718D607A1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D02EDCC-F702-D68A-9B17-6E4D67B9AF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0846098"/>
              </p:ext>
            </p:extLst>
          </p:nvPr>
        </p:nvGraphicFramePr>
        <p:xfrm>
          <a:off x="96456" y="694480"/>
          <a:ext cx="11999225" cy="5102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841">
                  <a:extLst>
                    <a:ext uri="{9D8B030D-6E8A-4147-A177-3AD203B41FA5}">
                      <a16:colId xmlns:a16="http://schemas.microsoft.com/office/drawing/2014/main" val="2325924499"/>
                    </a:ext>
                  </a:extLst>
                </a:gridCol>
                <a:gridCol w="408657">
                  <a:extLst>
                    <a:ext uri="{9D8B030D-6E8A-4147-A177-3AD203B41FA5}">
                      <a16:colId xmlns:a16="http://schemas.microsoft.com/office/drawing/2014/main" val="434855734"/>
                    </a:ext>
                  </a:extLst>
                </a:gridCol>
                <a:gridCol w="364802">
                  <a:extLst>
                    <a:ext uri="{9D8B030D-6E8A-4147-A177-3AD203B41FA5}">
                      <a16:colId xmlns:a16="http://schemas.microsoft.com/office/drawing/2014/main" val="2165649652"/>
                    </a:ext>
                  </a:extLst>
                </a:gridCol>
                <a:gridCol w="847921">
                  <a:extLst>
                    <a:ext uri="{9D8B030D-6E8A-4147-A177-3AD203B41FA5}">
                      <a16:colId xmlns:a16="http://schemas.microsoft.com/office/drawing/2014/main" val="1970016853"/>
                    </a:ext>
                  </a:extLst>
                </a:gridCol>
                <a:gridCol w="956377">
                  <a:extLst>
                    <a:ext uri="{9D8B030D-6E8A-4147-A177-3AD203B41FA5}">
                      <a16:colId xmlns:a16="http://schemas.microsoft.com/office/drawing/2014/main" val="1688092821"/>
                    </a:ext>
                  </a:extLst>
                </a:gridCol>
                <a:gridCol w="2435314">
                  <a:extLst>
                    <a:ext uri="{9D8B030D-6E8A-4147-A177-3AD203B41FA5}">
                      <a16:colId xmlns:a16="http://schemas.microsoft.com/office/drawing/2014/main" val="1092216990"/>
                    </a:ext>
                  </a:extLst>
                </a:gridCol>
                <a:gridCol w="631011">
                  <a:extLst>
                    <a:ext uri="{9D8B030D-6E8A-4147-A177-3AD203B41FA5}">
                      <a16:colId xmlns:a16="http://schemas.microsoft.com/office/drawing/2014/main" val="4276232314"/>
                    </a:ext>
                  </a:extLst>
                </a:gridCol>
                <a:gridCol w="2001493">
                  <a:extLst>
                    <a:ext uri="{9D8B030D-6E8A-4147-A177-3AD203B41FA5}">
                      <a16:colId xmlns:a16="http://schemas.microsoft.com/office/drawing/2014/main" val="50591622"/>
                    </a:ext>
                  </a:extLst>
                </a:gridCol>
                <a:gridCol w="2095809">
                  <a:extLst>
                    <a:ext uri="{9D8B030D-6E8A-4147-A177-3AD203B41FA5}">
                      <a16:colId xmlns:a16="http://schemas.microsoft.com/office/drawing/2014/main" val="24912783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Title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latin typeface="Aptos"/>
                        </a:rPr>
                        <a:t>C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L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Score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Risk Type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Risk Description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Trend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Notes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>
                          <a:latin typeface="Aptos"/>
                        </a:rPr>
                        <a:t>Mitigation Plan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17982"/>
                  </a:ext>
                </a:extLst>
              </a:tr>
              <a:tr h="5121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 dirty="0">
                          <a:latin typeface="Aptos"/>
                        </a:rPr>
                        <a:t>xxx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410510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540473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76824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645998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xxx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339873043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F4232-2724-B436-4C67-F1081649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astro.arizona.edu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6036EA-CFCB-26C6-CA51-21F260D3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information is not ITAR controlled.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FFB881-60F9-29E6-30AE-B918DBA0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B69E-38CE-4D5B-8C5F-11C72DF7A7FC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352295-94B5-B624-BB87-641FB6ADF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177" y="107885"/>
            <a:ext cx="7422812" cy="475066"/>
          </a:xfrm>
        </p:spPr>
        <p:txBody>
          <a:bodyPr/>
          <a:lstStyle/>
          <a:p>
            <a:pPr algn="ctr"/>
            <a:r>
              <a:rPr lang="en-US">
                <a:latin typeface="Arial"/>
                <a:cs typeface="Arial"/>
              </a:rPr>
              <a:t>Top 5 xxx Risks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AE4E8-E39A-E842-38E2-22C71CE78B16}"/>
              </a:ext>
            </a:extLst>
          </p:cNvPr>
          <p:cNvSpPr txBox="1"/>
          <p:nvPr/>
        </p:nvSpPr>
        <p:spPr>
          <a:xfrm>
            <a:off x="96819" y="6228678"/>
            <a:ext cx="11984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Aptos Narrow" panose="020B0004020202020204" pitchFamily="34" charset="0"/>
              </a:rPr>
              <a:t/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42437310"/>
      </p:ext>
    </p:extLst>
  </p:cSld>
  <p:clrMapOvr>
    <a:masterClrMapping/>
  </p:clrMapOvr>
</p:sld>
</file>

<file path=ppt/theme/theme1.xml><?xml version="1.0" encoding="utf-8"?>
<a:theme xmlns:a="http://schemas.openxmlformats.org/drawingml/2006/main" name="Deck Title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O 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O Master No Background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74AC14ED87194BB3B0C005379ECB10" ma:contentTypeVersion="42" ma:contentTypeDescription="Create a new document." ma:contentTypeScope="" ma:versionID="206504da7c2b886f8019c33d04b376aa">
  <xsd:schema xmlns:xsd="http://www.w3.org/2001/XMLSchema" xmlns:xs="http://www.w3.org/2001/XMLSchema" xmlns:p="http://schemas.microsoft.com/office/2006/metadata/properties" xmlns:ns1="843b52bb-2659-484a-b433-9be16dd625b4" xmlns:ns3="56a343c3-2b9e-4101-bc12-765935141999" targetNamespace="http://schemas.microsoft.com/office/2006/metadata/properties" ma:root="true" ma:fieldsID="a427600fad4cc87d0027015d63cf4937" ns1:_="" ns3:_="">
    <xsd:import namespace="843b52bb-2659-484a-b433-9be16dd625b4"/>
    <xsd:import namespace="56a343c3-2b9e-4101-bc12-765935141999"/>
    <xsd:element name="properties">
      <xsd:complexType>
        <xsd:sequence>
          <xsd:element name="documentManagement">
            <xsd:complexType>
              <xsd:all>
                <xsd:element ref="ns1:Doc_x0020__x0023_" minOccurs="0"/>
                <xsd:element ref="ns1:Revision" minOccurs="0"/>
                <xsd:element ref="ns1:Doc_x0020_Status" minOccurs="0"/>
                <xsd:element ref="ns1:Controlled" minOccurs="0"/>
                <xsd:element ref="ns1:Author0" minOccurs="0"/>
                <xsd:element ref="ns1:Reviewer_x0020_1" minOccurs="0"/>
                <xsd:element ref="ns1:Reviewer_x0020_2" minOccurs="0"/>
                <xsd:element ref="ns1:Reviewer_x0020_3" minOccurs="0"/>
                <xsd:element ref="ns1:Reviewer_x0020_4" minOccurs="0"/>
                <xsd:element ref="ns1:Reviewer_x0020_5" minOccurs="0"/>
                <xsd:element ref="ns1:Comments" minOccurs="0"/>
                <xsd:element ref="ns1:Version_x0020_Date" minOccurs="0"/>
                <xsd:element ref="ns1:MediaServiceFastMetadata" minOccurs="0"/>
                <xsd:element ref="ns3:SharedWithUsers" minOccurs="0"/>
                <xsd:element ref="ns3:SharedWithDetails" minOccurs="0"/>
                <xsd:element ref="ns1:MediaServiceObjectDetectorVersions" minOccurs="0"/>
                <xsd:element ref="ns1:MediaServiceDateTaken" minOccurs="0"/>
                <xsd:element ref="ns1:MediaServiceGenerationTime" minOccurs="0"/>
                <xsd:element ref="ns1:MediaServiceEventHashCode" minOccurs="0"/>
                <xsd:element ref="ns1:MediaLengthInSeconds" minOccurs="0"/>
                <xsd:element ref="ns1:MediaServiceMetadata" minOccurs="0"/>
                <xsd:element ref="ns1:lcf76f155ced4ddcb4097134ff3c332f" minOccurs="0"/>
                <xsd:element ref="ns3:TaxCatchAll" minOccurs="0"/>
                <xsd:element ref="ns1:MediaServiceOCR" minOccurs="0"/>
                <xsd:element ref="ns1:MediaServiceSearchProperties" minOccurs="0"/>
                <xsd:element ref="ns1:MediaServiceLocation" minOccurs="0"/>
                <xsd:element ref="ns1:Reviewer_x0020_1_x0020_Response" minOccurs="0"/>
                <xsd:element ref="ns1:Reviewer_x0020_2_x0020_Response" minOccurs="0"/>
                <xsd:element ref="ns1:Reviewer_x0020_3_x0020_Response" minOccurs="0"/>
                <xsd:element ref="ns1:Reviewer_x0020_4_x0020_Response" minOccurs="0"/>
                <xsd:element ref="ns1:IDmatch" minOccurs="0"/>
                <xsd:element ref="ns1:MediaServiceBillingMetadata" minOccurs="0"/>
                <xsd:element ref="ns1:File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3b52bb-2659-484a-b433-9be16dd625b4" elementFormDefault="qualified">
    <xsd:import namespace="http://schemas.microsoft.com/office/2006/documentManagement/types"/>
    <xsd:import namespace="http://schemas.microsoft.com/office/infopath/2007/PartnerControls"/>
    <xsd:element name="Doc_x0020__x0023_" ma:index="3" nillable="true" ma:displayName="Doc/Dwg #" ma:internalName="Doc_x0020__x0023_">
      <xsd:simpleType>
        <xsd:restriction base="dms:Text">
          <xsd:maxLength value="255"/>
        </xsd:restriction>
      </xsd:simpleType>
    </xsd:element>
    <xsd:element name="Revision" ma:index="4" nillable="true" ma:displayName="Revision" ma:internalName="Revision">
      <xsd:simpleType>
        <xsd:restriction base="dms:Text">
          <xsd:maxLength value="3"/>
        </xsd:restriction>
      </xsd:simpleType>
    </xsd:element>
    <xsd:element name="Doc_x0020_Status" ma:index="5" nillable="true" ma:displayName="Doc Status" ma:default="Draft" ma:format="Dropdown" ma:internalName="Doc_x0020_Status">
      <xsd:simpleType>
        <xsd:restriction base="dms:Choice">
          <xsd:enumeration value="Draft"/>
          <xsd:enumeration value="Ready for Review"/>
          <xsd:enumeration value="In Review (serial)"/>
          <xsd:enumeration value="In Parallel Review"/>
          <xsd:enumeration value="Back To Author"/>
          <xsd:enumeration value="Ready for Signature"/>
          <xsd:enumeration value="In Signature"/>
          <xsd:enumeration value="Released"/>
          <xsd:enumeration value="Superceded"/>
          <xsd:enumeration value="Reference Only"/>
          <xsd:enumeration value="Test -p review"/>
        </xsd:restriction>
      </xsd:simpleType>
    </xsd:element>
    <xsd:element name="Controlled" ma:index="6" nillable="true" ma:displayName="Controlled" ma:default="No" ma:format="Dropdown" ma:internalName="Controlled">
      <xsd:simpleType>
        <xsd:restriction base="dms:Choice">
          <xsd:enumeration value="No"/>
          <xsd:enumeration value="Yes -Locked to changes"/>
        </xsd:restriction>
      </xsd:simpleType>
    </xsd:element>
    <xsd:element name="Author0" ma:index="7" nillable="true" ma:displayName="Main Author" ma:list="UserInfo" ma:SharePointGroup="36" ma:internalName="Author0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1" ma:index="8" nillable="true" ma:displayName="Reviewer 1" ma:list="UserInfo" ma:SharePointGroup="36" ma:internalName="Reviewer_x0020_1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2" ma:index="9" nillable="true" ma:displayName="Reviewer 2" ma:list="UserInfo" ma:SharePointGroup="36" ma:internalName="Reviewer_x0020_2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3" ma:index="10" nillable="true" ma:displayName="Reviewer 3" ma:list="UserInfo" ma:SharePointGroup="36" ma:internalName="Reviewer_x0020_3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4" ma:index="11" nillable="true" ma:displayName="Reviewer 4" ma:list="UserInfo" ma:SharePointGroup="36" ma:internalName="Reviewer_x0020_4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ewer_x0020_5" ma:index="12" nillable="true" ma:displayName="Reviewer 5" ma:list="UserInfo" ma:SharePointGroup="36" ma:internalName="Reviewer_x0020_5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Comments" ma:index="13" nillable="true" ma:displayName="Comments" ma:internalName="Comments">
      <xsd:simpleType>
        <xsd:restriction base="dms:Text">
          <xsd:maxLength value="255"/>
        </xsd:restriction>
      </xsd:simpleType>
    </xsd:element>
    <xsd:element name="Version_x0020_Date" ma:index="14" nillable="true" ma:displayName="Version Date" ma:format="DateOnly" ma:internalName="Version_x0020_Date">
      <xsd:simpleType>
        <xsd:restriction base="dms:DateTim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Metadata" ma:index="27" nillable="true" ma:displayName="MediaServiceMetadata" ma:hidden="true" ma:internalName="MediaServiceMetadata" ma:readOnly="true">
      <xsd:simpleType>
        <xsd:restriction base="dms:Note"/>
      </xsd:simpleType>
    </xsd:element>
    <xsd:element name="lcf76f155ced4ddcb4097134ff3c332f" ma:index="28" nillable="true" ma:taxonomy="true" ma:internalName="lcf76f155ced4ddcb4097134ff3c332f" ma:taxonomyFieldName="MediaServiceImageTags" ma:displayName="Image Tags" ma:readOnly="false" ma:fieldId="{5cf76f15-5ced-4ddc-b409-7134ff3c332f}" ma:taxonomyMulti="true" ma:sspId="261fe117-45e6-4481-aa75-fdb3bd655c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32" nillable="true" ma:displayName="Location" ma:indexed="true" ma:internalName="MediaServiceLocation" ma:readOnly="true">
      <xsd:simpleType>
        <xsd:restriction base="dms:Text"/>
      </xsd:simpleType>
    </xsd:element>
    <xsd:element name="Reviewer_x0020_1_x0020_Response" ma:index="35" nillable="true" ma:displayName="Reviewer 1 Response" ma:default="No Response" ma:internalName="Reviewer_x0020_1_x0020_Response">
      <xsd:simpleType>
        <xsd:restriction base="dms:Text">
          <xsd:maxLength value="25"/>
        </xsd:restriction>
      </xsd:simpleType>
    </xsd:element>
    <xsd:element name="Reviewer_x0020_2_x0020_Response" ma:index="36" nillable="true" ma:displayName="Reviewer 2 Response" ma:default="No Response" ma:internalName="Reviewer_x0020_2_x0020_Response">
      <xsd:simpleType>
        <xsd:restriction base="dms:Text">
          <xsd:maxLength value="25"/>
        </xsd:restriction>
      </xsd:simpleType>
    </xsd:element>
    <xsd:element name="Reviewer_x0020_3_x0020_Response" ma:index="37" nillable="true" ma:displayName="Reviewer 3 Response" ma:default="No Response" ma:internalName="Reviewer_x0020_3_x0020_Response">
      <xsd:simpleType>
        <xsd:restriction base="dms:Text">
          <xsd:maxLength value="25"/>
        </xsd:restriction>
      </xsd:simpleType>
    </xsd:element>
    <xsd:element name="Reviewer_x0020_4_x0020_Response" ma:index="38" nillable="true" ma:displayName="Reviewer 4 Response" ma:default="No Response" ma:internalName="Reviewer_x0020_4_x0020_Response">
      <xsd:simpleType>
        <xsd:restriction base="dms:Text">
          <xsd:maxLength value="25"/>
        </xsd:restriction>
      </xsd:simpleType>
    </xsd:element>
    <xsd:element name="IDmatch" ma:index="39" nillable="true" ma:displayName="IDmatch" ma:internalName="IDmatch">
      <xsd:simpleType>
        <xsd:restriction base="dms:Text">
          <xsd:maxLength value="25"/>
        </xsd:restriction>
      </xsd:simpleType>
    </xsd:element>
    <xsd:element name="MediaServiceBillingMetadata" ma:index="40" nillable="true" ma:displayName="MediaServiceBillingMetadata" ma:hidden="true" ma:internalName="MediaServiceBillingMetadata" ma:readOnly="true">
      <xsd:simpleType>
        <xsd:restriction base="dms:Note"/>
      </xsd:simpleType>
    </xsd:element>
    <xsd:element name="FileType" ma:index="41" nillable="true" ma:displayName="File Type" ma:format="Dropdown" ma:internalName="FileTyp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a343c3-2b9e-4101-bc12-765935141999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9" nillable="true" ma:displayName="Taxonomy Catch All Column" ma:hidden="true" ma:list="{23e811c3-4550-4222-afdb-1d26fe639134}" ma:internalName="TaxCatchAll" ma:showField="CatchAllData" ma:web="56a343c3-2b9e-4101-bc12-7659351419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2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ewer_x0020_2_x0020_Response xmlns="843b52bb-2659-484a-b433-9be16dd625b4">No Response</Reviewer_x0020_2_x0020_Response>
    <Reviewer_x0020_1_x0020_Response xmlns="843b52bb-2659-484a-b433-9be16dd625b4">No Response</Reviewer_x0020_1_x0020_Response>
    <Controlled xmlns="843b52bb-2659-484a-b433-9be16dd625b4">No</Controlled>
    <Doc_x0020_Status xmlns="843b52bb-2659-484a-b433-9be16dd625b4">Draft</Doc_x0020_Status>
    <Reviewer_x0020_4_x0020_Response xmlns="843b52bb-2659-484a-b433-9be16dd625b4">No Response</Reviewer_x0020_4_x0020_Response>
    <Reviewer_x0020_3_x0020_Response xmlns="843b52bb-2659-484a-b433-9be16dd625b4">No Response</Reviewer_x0020_3_x0020_Response>
    <Version_x0020_Date xmlns="843b52bb-2659-484a-b433-9be16dd625b4" xsi:nil="true"/>
    <lcf76f155ced4ddcb4097134ff3c332f xmlns="843b52bb-2659-484a-b433-9be16dd625b4">
      <Terms xmlns="http://schemas.microsoft.com/office/infopath/2007/PartnerControls"/>
    </lcf76f155ced4ddcb4097134ff3c332f>
    <Reviewer_x0020_5 xmlns="843b52bb-2659-484a-b433-9be16dd625b4">
      <UserInfo>
        <DisplayName/>
        <AccountId xsi:nil="true"/>
        <AccountType/>
      </UserInfo>
    </Reviewer_x0020_5>
    <TaxCatchAll xmlns="56a343c3-2b9e-4101-bc12-765935141999" xsi:nil="true"/>
    <Comments xmlns="843b52bb-2659-484a-b433-9be16dd625b4" xsi:nil="true"/>
    <Reviewer_x0020_2 xmlns="843b52bb-2659-484a-b433-9be16dd625b4">
      <UserInfo>
        <DisplayName/>
        <AccountId xsi:nil="true"/>
        <AccountType/>
      </UserInfo>
    </Reviewer_x0020_2>
    <Reviewer_x0020_3 xmlns="843b52bb-2659-484a-b433-9be16dd625b4">
      <UserInfo>
        <DisplayName/>
        <AccountId xsi:nil="true"/>
        <AccountType/>
      </UserInfo>
    </Reviewer_x0020_3>
    <Doc_x0020__x0023_ xmlns="843b52bb-2659-484a-b433-9be16dd625b4" xsi:nil="true"/>
    <Revision xmlns="843b52bb-2659-484a-b433-9be16dd625b4" xsi:nil="true"/>
    <IDmatch xmlns="843b52bb-2659-484a-b433-9be16dd625b4" xsi:nil="true"/>
    <Author0 xmlns="843b52bb-2659-484a-b433-9be16dd625b4">
      <UserInfo>
        <DisplayName/>
        <AccountId xsi:nil="true"/>
        <AccountType/>
      </UserInfo>
    </Author0>
    <Reviewer_x0020_1 xmlns="843b52bb-2659-484a-b433-9be16dd625b4">
      <UserInfo>
        <DisplayName/>
        <AccountId xsi:nil="true"/>
        <AccountType/>
      </UserInfo>
    </Reviewer_x0020_1>
    <Reviewer_x0020_4 xmlns="843b52bb-2659-484a-b433-9be16dd625b4">
      <UserInfo>
        <DisplayName/>
        <AccountId xsi:nil="true"/>
        <AccountType/>
      </UserInfo>
    </Reviewer_x0020_4>
    <FileType xmlns="843b52bb-2659-484a-b433-9be16dd625b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8568EC-805C-41A0-8CED-3040D7EB30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3b52bb-2659-484a-b433-9be16dd625b4"/>
    <ds:schemaRef ds:uri="56a343c3-2b9e-4101-bc12-7659351419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E6ED3E-32E9-4088-8202-C57980DEFBC1}">
  <ds:schemaRefs>
    <ds:schemaRef ds:uri="http://schemas.microsoft.com/office/2006/metadata/properties"/>
    <ds:schemaRef ds:uri="http://schemas.microsoft.com/office/infopath/2007/PartnerControls"/>
    <ds:schemaRef ds:uri="843b52bb-2659-484a-b433-9be16dd625b4"/>
    <ds:schemaRef ds:uri="56a343c3-2b9e-4101-bc12-765935141999"/>
  </ds:schemaRefs>
</ds:datastoreItem>
</file>

<file path=customXml/itemProps3.xml><?xml version="1.0" encoding="utf-8"?>
<ds:datastoreItem xmlns:ds="http://schemas.openxmlformats.org/officeDocument/2006/customXml" ds:itemID="{BDA31AC4-DD80-4C53-92DB-A99BEBEB3B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3429</Words>
  <Application>Microsoft Office PowerPoint</Application>
  <PresentationFormat>Widescreen</PresentationFormat>
  <Paragraphs>354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Deck Title Slide</vt:lpstr>
      <vt:lpstr>SO Master</vt:lpstr>
      <vt:lpstr>SO Master No Background</vt:lpstr>
      <vt:lpstr>Top 5 ESC 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5 Risks MSR template</dc:title>
  <dc:creator>gitlab-risk-tracker</dc:creator>
  <cp:lastModifiedBy>gitlab-risk-tracker</cp:lastModifiedBy>
  <cp:revision>135</cp:revision>
  <dcterms:created xsi:type="dcterms:W3CDTF">2026-05-13T19:48:01Z</dcterms:created>
  <dcterms:modified xsi:type="dcterms:W3CDTF">2026-09-10T21:48:08Z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0x010100E974AC14ED87194BB3B0C005379ECB10</vt:lpwstr>
  </property>
  <property fmtid="{D5CDD505-2E9C-101B-9397-08002B2CF9AE}" pid="3" name="MediaServiceImageTags">
    <vt:lpwstr/>
  </property>
</Properties>
</file>